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17" r:id="rId5"/>
    <p:sldId id="318" r:id="rId6"/>
    <p:sldId id="307" r:id="rId7"/>
    <p:sldId id="319" r:id="rId8"/>
    <p:sldId id="320" r:id="rId9"/>
    <p:sldId id="329" r:id="rId10"/>
    <p:sldId id="330" r:id="rId11"/>
    <p:sldId id="321" r:id="rId12"/>
    <p:sldId id="322" r:id="rId13"/>
    <p:sldId id="323" r:id="rId14"/>
    <p:sldId id="324" r:id="rId15"/>
    <p:sldId id="326" r:id="rId16"/>
    <p:sldId id="327" r:id="rId17"/>
    <p:sldId id="325" r:id="rId18"/>
    <p:sldId id="328" r:id="rId19"/>
    <p:sldId id="30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36A58"/>
    <a:srgbClr val="505A47"/>
    <a:srgbClr val="D1D8B7"/>
    <a:srgbClr val="A09D79"/>
    <a:srgbClr val="AD5C4D"/>
    <a:srgbClr val="543E35"/>
    <a:srgbClr val="637700"/>
    <a:srgbClr val="FFF4ED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165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3B411-2756-F670-3EBF-54C589FE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F1D25-8EA4-6ADC-13E4-D8A8F5E1D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AA0DE-8FB3-6559-DF3D-D28C942B8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601A1-F5EB-09B8-5898-01A870392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7415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0B780-D879-7F25-A52F-6EE698BC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399D4-8B32-8294-5B7C-76AFA4F62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49DF8-999F-0F34-FD69-E0083537D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182A-6D51-7B19-AC18-EE9DBA885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8565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B28C-FCB0-19E8-63F5-5D87D6650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C8F31-500D-E258-6099-E77272360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9B200-9E53-99BE-44F3-9E3854B2D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4B046-D8E3-7AAC-33C3-1BBE9F97A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8075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95A7-5BB9-1837-6E8C-EC15A964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B27EE-E76D-1F6C-AD9A-125FD21A0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B0085-FD4B-399B-A732-4101466FC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F250-7A15-0DAF-2D8F-8709DF58B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3597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DCFB-EE95-FEAF-1723-FFE95A63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9836F-2D45-F7B6-6214-7F5B57EE8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12AD4-C110-BB66-8CAE-0DA045A04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&lt;vector&gt;</a:t>
            </a:r>
          </a:p>
          <a:p>
            <a:r>
              <a:rPr lang="en-US" dirty="0"/>
              <a:t>#include &lt;algorithm&gt;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vector&lt;int&gt; v = { 4, 2, 5, 3, 1 };</a:t>
            </a:r>
          </a:p>
          <a:p>
            <a:r>
              <a:rPr lang="en-US" dirty="0"/>
              <a:t>    vector&lt;int&gt;::iterator it;  // declare iterator </a:t>
            </a:r>
          </a:p>
          <a:p>
            <a:endParaRPr lang="en-US" dirty="0"/>
          </a:p>
          <a:p>
            <a:r>
              <a:rPr lang="en-US" dirty="0"/>
              <a:t>    // Original vector( dynamic array )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"Original vector: ";</a:t>
            </a:r>
          </a:p>
          <a:p>
            <a:r>
              <a:rPr lang="en-US" dirty="0"/>
              <a:t>    for (it = </a:t>
            </a:r>
            <a:r>
              <a:rPr lang="en-US" dirty="0" err="1"/>
              <a:t>v.begin</a:t>
            </a:r>
            <a:r>
              <a:rPr lang="en-US" dirty="0"/>
              <a:t>(); it != </a:t>
            </a:r>
            <a:r>
              <a:rPr lang="en-US" dirty="0" err="1"/>
              <a:t>v.end</a:t>
            </a:r>
            <a:r>
              <a:rPr lang="en-US" dirty="0"/>
              <a:t>(); it++)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*it &lt;&lt; "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sort()</a:t>
            </a:r>
          </a:p>
          <a:p>
            <a:r>
              <a:rPr lang="en-US" dirty="0"/>
              <a:t>    sort(</a:t>
            </a:r>
            <a:r>
              <a:rPr lang="en-US" dirty="0" err="1"/>
              <a:t>v.begin</a:t>
            </a:r>
            <a:r>
              <a:rPr lang="en-US" dirty="0"/>
              <a:t>(), </a:t>
            </a:r>
            <a:r>
              <a:rPr lang="en-US" dirty="0" err="1"/>
              <a:t>v.end</a:t>
            </a:r>
            <a:r>
              <a:rPr lang="en-US" dirty="0"/>
              <a:t>());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"After sort(): ";</a:t>
            </a:r>
          </a:p>
          <a:p>
            <a:r>
              <a:rPr lang="en-US" dirty="0"/>
              <a:t>    for (it = </a:t>
            </a:r>
            <a:r>
              <a:rPr lang="en-US" dirty="0" err="1"/>
              <a:t>v.begin</a:t>
            </a:r>
            <a:r>
              <a:rPr lang="en-US" dirty="0"/>
              <a:t>(); it != </a:t>
            </a:r>
            <a:r>
              <a:rPr lang="en-US" dirty="0" err="1"/>
              <a:t>v.end</a:t>
            </a:r>
            <a:r>
              <a:rPr lang="en-US" dirty="0"/>
              <a:t>(); it++)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*it &lt;&lt; " ";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count()</a:t>
            </a:r>
          </a:p>
          <a:p>
            <a:r>
              <a:rPr lang="en-US" dirty="0"/>
              <a:t>    int c = count(</a:t>
            </a:r>
            <a:r>
              <a:rPr lang="en-US" dirty="0" err="1"/>
              <a:t>v.begin</a:t>
            </a:r>
            <a:r>
              <a:rPr lang="en-US" dirty="0"/>
              <a:t>(), </a:t>
            </a:r>
            <a:r>
              <a:rPr lang="en-US" dirty="0" err="1"/>
              <a:t>v.end</a:t>
            </a:r>
            <a:r>
              <a:rPr lang="en-US" dirty="0"/>
              <a:t>(), 2);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"Count of 2: " &lt;&lt; c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reverse()</a:t>
            </a:r>
          </a:p>
          <a:p>
            <a:r>
              <a:rPr lang="en-US" dirty="0"/>
              <a:t>    reverse(</a:t>
            </a:r>
            <a:r>
              <a:rPr lang="en-US" dirty="0" err="1"/>
              <a:t>v.begin</a:t>
            </a:r>
            <a:r>
              <a:rPr lang="en-US" dirty="0"/>
              <a:t>(), </a:t>
            </a:r>
            <a:r>
              <a:rPr lang="en-US" dirty="0" err="1"/>
              <a:t>v.end</a:t>
            </a:r>
            <a:r>
              <a:rPr lang="en-US" dirty="0"/>
              <a:t>());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"After reverse(): ";</a:t>
            </a:r>
          </a:p>
          <a:p>
            <a:r>
              <a:rPr lang="en-US" dirty="0"/>
              <a:t>    for (it = </a:t>
            </a:r>
            <a:r>
              <a:rPr lang="en-US" dirty="0" err="1"/>
              <a:t>v.begin</a:t>
            </a:r>
            <a:r>
              <a:rPr lang="en-US" dirty="0"/>
              <a:t>(); it != </a:t>
            </a:r>
            <a:r>
              <a:rPr lang="en-US" dirty="0" err="1"/>
              <a:t>v.end</a:t>
            </a:r>
            <a:r>
              <a:rPr lang="en-US" dirty="0"/>
              <a:t>(); it++)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*it &lt;&lt; " ";</a:t>
            </a:r>
          </a:p>
          <a:p>
            <a:endParaRPr lang="en-US" dirty="0"/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92085-1597-2D53-569A-2BC4465F3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0973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08C4-4890-4C8C-8C35-DB0DCC61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5C47F-6E3C-288F-7E34-DB98424B5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2A54F-F838-7056-E8DB-C9F792804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A1373-A32B-F49F-7B44-DBE8FDB06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8933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B574-D401-B251-8B72-46FA38EA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7CA8A-4009-E420-9727-B18EE502F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14523-A845-DE36-1AF1-AF206A9D7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9E470-F627-BCC1-52E7-3B79FF0AC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3455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E296-249F-4564-EEC3-29CA960B1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7FF0C-6F50-3D82-8EF4-E2C59884E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7844D-B7B6-9E03-4131-EAEAE98C5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namespace std;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MyVector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      // pointer to array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        // current size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cap;        // current capacity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Resize the internal array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void resize(int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int*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new int[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];</a:t>
            </a:r>
          </a:p>
          <a:p>
            <a:r>
              <a:rPr lang="nn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for (int i = 0; i &lt; sz; i++)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delete[]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cap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Constructor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MyVector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new int[1];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cap = 1;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Destructor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~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MyVector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delete[]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Add element at the end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value)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cap)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resize(cap * 2); // double capacity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++] = value;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Remove last element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0)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Get current size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size()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return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Get current capacity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capacity()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return cap;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Access element by index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int&amp; operator[](int index)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(index &lt; 0 || index &gt;=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"Index out of bounds!"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exit(1);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return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[index];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Clear all elements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void clear()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Get first element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int&amp; front()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0)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"Vector is empty!"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exit(1);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return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Get last element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int&amp; back()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0)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"Vector is empty!"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exit(1);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return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- 1];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main() {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size, capacity, operator[], clear, front, back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MyVector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v.push_back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v.push_back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(20);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v.push_back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(30);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"Elements: ";</a:t>
            </a:r>
          </a:p>
          <a:p>
            <a:r>
              <a:rPr lang="nn-NO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 (int i = 0; i &lt; v.size(); i++)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v[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&lt;&lt; " ";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"Size: 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v.size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&lt;&lt; ", Capacity: 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v.capacity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cout &lt;&lt; "Front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" &lt;&lt;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v.front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&lt;&lt;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"Back element: 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v.pop_back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"After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pop_back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Size: 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v.size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&lt;&lt; ", Back: 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v.back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cout &lt;&lt; "v[0] = " &lt;&lt; v[0] &lt;&lt;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v.clear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"After clear, Size: "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v.size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&lt;&lt;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0;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4F343-4EB8-2214-7173-3B3EA0AED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0201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9F9AB-517D-674E-E667-654F34DD5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8B055-F6E3-6FB6-4F85-B1DC88B57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1D98C-B4CE-37EF-C212-4093A25A0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&lt;vector&gt;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vector&lt;int&gt; v = {1, 2, 3, 4, 5};</a:t>
            </a:r>
          </a:p>
          <a:p>
            <a:endParaRPr lang="en-US" dirty="0"/>
          </a:p>
          <a:p>
            <a:r>
              <a:rPr lang="en-US" dirty="0"/>
              <a:t>    // Using index</a:t>
            </a:r>
          </a:p>
          <a:p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v.size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v[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Using iterator</a:t>
            </a:r>
          </a:p>
          <a:p>
            <a:r>
              <a:rPr lang="en-US" dirty="0"/>
              <a:t>    for(auto it = </a:t>
            </a:r>
            <a:r>
              <a:rPr lang="en-US" dirty="0" err="1"/>
              <a:t>v.begin</a:t>
            </a:r>
            <a:r>
              <a:rPr lang="en-US" dirty="0"/>
              <a:t>(); it != </a:t>
            </a:r>
            <a:r>
              <a:rPr lang="en-US" dirty="0" err="1"/>
              <a:t>v.end</a:t>
            </a:r>
            <a:r>
              <a:rPr lang="en-US" dirty="0"/>
              <a:t>(); ++it)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*it &lt;&lt; " ";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07AF2-94BF-D6BA-6293-D8645731F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9819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44DA-5B5E-9A46-19B6-A68EA8D9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BF1E0-1242-D69D-C7EE-3E3004B85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331F2-E9D2-FAB7-F7D9-160D585B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F6C8F-21DB-FAE9-39C1-D9F5BE796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1963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187CE-789A-A076-5613-937255F7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0D497-6D9A-A96D-D854-5D11B7D2B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DFDAD-CF58-5DE3-80BD-EF5561D72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00D58-C50B-98D2-53D2-FD8E2B8DF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4654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5692-328C-0E73-0D4E-485F0C52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EEBA7-3A21-DD92-3B2B-6B06C9D33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4AC42-76CC-B097-2AFA-EE0E9D90B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&lt;list&gt;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class Person {</a:t>
            </a:r>
          </a:p>
          <a:p>
            <a:r>
              <a:rPr lang="en-US" dirty="0"/>
              <a:t>protected:</a:t>
            </a:r>
          </a:p>
          <a:p>
            <a:r>
              <a:rPr lang="en-US" dirty="0"/>
              <a:t>    string name;</a:t>
            </a:r>
          </a:p>
          <a:p>
            <a:endParaRPr lang="en-US" dirty="0"/>
          </a:p>
          <a:p>
            <a:r>
              <a:rPr lang="en-US" dirty="0"/>
              <a:t>public:</a:t>
            </a:r>
          </a:p>
          <a:p>
            <a:r>
              <a:rPr lang="en-US" dirty="0"/>
              <a:t>    void </a:t>
            </a:r>
            <a:r>
              <a:rPr lang="en-US" dirty="0" err="1"/>
              <a:t>setName</a:t>
            </a:r>
            <a:r>
              <a:rPr lang="en-US" dirty="0"/>
              <a:t>(string n) {</a:t>
            </a:r>
          </a:p>
          <a:p>
            <a:r>
              <a:rPr lang="en-US" dirty="0"/>
              <a:t>        name = n;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void </a:t>
            </a:r>
            <a:r>
              <a:rPr lang="en-US" dirty="0" err="1"/>
              <a:t>showName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"Name: " &lt;&lt; name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class Student : public Person {</a:t>
            </a:r>
          </a:p>
          <a:p>
            <a:r>
              <a:rPr lang="en-US" dirty="0"/>
              <a:t>private:</a:t>
            </a:r>
          </a:p>
          <a:p>
            <a:r>
              <a:rPr lang="en-US" dirty="0"/>
              <a:t>    list&lt;int&gt; marks;</a:t>
            </a:r>
          </a:p>
          <a:p>
            <a:r>
              <a:rPr lang="en-US" dirty="0"/>
              <a:t>public:</a:t>
            </a:r>
          </a:p>
          <a:p>
            <a:r>
              <a:rPr lang="en-US" dirty="0"/>
              <a:t>    void </a:t>
            </a:r>
            <a:r>
              <a:rPr lang="en-US" dirty="0" err="1"/>
              <a:t>addMark</a:t>
            </a:r>
            <a:r>
              <a:rPr lang="en-US" dirty="0"/>
              <a:t>(int m) {</a:t>
            </a:r>
          </a:p>
          <a:p>
            <a:r>
              <a:rPr lang="en-US" dirty="0"/>
              <a:t>        </a:t>
            </a:r>
            <a:r>
              <a:rPr lang="en-US" dirty="0" err="1"/>
              <a:t>marks.push_back</a:t>
            </a:r>
            <a:r>
              <a:rPr lang="en-US" dirty="0"/>
              <a:t>(m);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insertMark</a:t>
            </a:r>
            <a:r>
              <a:rPr lang="en-US" dirty="0"/>
              <a:t>(int index, int m) {</a:t>
            </a:r>
          </a:p>
          <a:p>
            <a:r>
              <a:rPr lang="en-US" dirty="0"/>
              <a:t>        if (index &lt; 0 || index &gt; </a:t>
            </a:r>
            <a:r>
              <a:rPr lang="en-US" dirty="0" err="1"/>
              <a:t>marks.size</a:t>
            </a:r>
            <a:r>
              <a:rPr lang="en-US" dirty="0"/>
              <a:t>())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"Index out of range!"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auto it = </a:t>
            </a:r>
            <a:r>
              <a:rPr lang="en-US" dirty="0" err="1"/>
              <a:t>marks.begin</a:t>
            </a:r>
            <a:r>
              <a:rPr lang="en-US" dirty="0"/>
              <a:t>();</a:t>
            </a:r>
          </a:p>
          <a:p>
            <a:r>
              <a:rPr lang="en-US" dirty="0"/>
              <a:t>        advance(it, index);</a:t>
            </a:r>
          </a:p>
          <a:p>
            <a:r>
              <a:rPr lang="en-US" dirty="0"/>
              <a:t>        </a:t>
            </a:r>
            <a:r>
              <a:rPr lang="en-US" dirty="0" err="1"/>
              <a:t>marks.insert</a:t>
            </a:r>
            <a:r>
              <a:rPr lang="en-US" dirty="0"/>
              <a:t>(it, m);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removeMark</a:t>
            </a:r>
            <a:r>
              <a:rPr lang="en-US" dirty="0"/>
              <a:t>(int index) {</a:t>
            </a:r>
          </a:p>
          <a:p>
            <a:r>
              <a:rPr lang="en-US" dirty="0"/>
              <a:t>        if (index &lt; 0 || index &gt;= </a:t>
            </a:r>
            <a:r>
              <a:rPr lang="en-US" dirty="0" err="1"/>
              <a:t>marks.size</a:t>
            </a:r>
            <a:r>
              <a:rPr lang="en-US" dirty="0"/>
              <a:t>())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"Index out of range!"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    return;</a:t>
            </a:r>
          </a:p>
          <a:p>
            <a:r>
              <a:rPr lang="en-US" dirty="0"/>
              <a:t>        }</a:t>
            </a:r>
          </a:p>
          <a:p>
            <a:endParaRPr lang="en-US" dirty="0"/>
          </a:p>
          <a:p>
            <a:r>
              <a:rPr lang="en-US" dirty="0"/>
              <a:t>        auto it = </a:t>
            </a:r>
            <a:r>
              <a:rPr lang="en-US" dirty="0" err="1"/>
              <a:t>marks.begin</a:t>
            </a:r>
            <a:r>
              <a:rPr lang="en-US" dirty="0"/>
              <a:t>();</a:t>
            </a:r>
          </a:p>
          <a:p>
            <a:r>
              <a:rPr lang="en-US" dirty="0"/>
              <a:t>        advance(it, index);</a:t>
            </a:r>
          </a:p>
          <a:p>
            <a:r>
              <a:rPr lang="en-US" dirty="0"/>
              <a:t>        </a:t>
            </a:r>
            <a:r>
              <a:rPr lang="en-US" dirty="0" err="1"/>
              <a:t>marks.erase</a:t>
            </a:r>
            <a:r>
              <a:rPr lang="en-US" dirty="0"/>
              <a:t>(it);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removeLastMark</a:t>
            </a:r>
            <a:r>
              <a:rPr lang="en-US" dirty="0"/>
              <a:t>() {</a:t>
            </a:r>
          </a:p>
          <a:p>
            <a:r>
              <a:rPr lang="en-US" dirty="0"/>
              <a:t>        if (!</a:t>
            </a:r>
            <a:r>
              <a:rPr lang="en-US" dirty="0" err="1"/>
              <a:t>marks.empty</a:t>
            </a:r>
            <a:r>
              <a:rPr lang="en-US" dirty="0"/>
              <a:t>()) {</a:t>
            </a:r>
          </a:p>
          <a:p>
            <a:r>
              <a:rPr lang="en-US" dirty="0"/>
              <a:t>            </a:t>
            </a:r>
            <a:r>
              <a:rPr lang="en-US" dirty="0" err="1"/>
              <a:t>marks.pop_back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showMarks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"Marks: ";</a:t>
            </a:r>
          </a:p>
          <a:p>
            <a:r>
              <a:rPr lang="en-US" dirty="0"/>
              <a:t>        for (int m : marks)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m &lt;&lt; " 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int </a:t>
            </a:r>
            <a:r>
              <a:rPr lang="en-US" dirty="0" err="1"/>
              <a:t>totalMarks</a:t>
            </a:r>
            <a:r>
              <a:rPr lang="en-US" dirty="0"/>
              <a:t>() {</a:t>
            </a:r>
          </a:p>
          <a:p>
            <a:r>
              <a:rPr lang="en-US" dirty="0"/>
              <a:t>        int sum = 0;</a:t>
            </a:r>
          </a:p>
          <a:p>
            <a:r>
              <a:rPr lang="en-US" dirty="0"/>
              <a:t>        for (int m : marks) {</a:t>
            </a:r>
          </a:p>
          <a:p>
            <a:r>
              <a:rPr lang="en-US" dirty="0"/>
              <a:t>            sum += m;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return sum;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list&lt;Student&gt; students;</a:t>
            </a:r>
          </a:p>
          <a:p>
            <a:r>
              <a:rPr lang="en-US" dirty="0"/>
              <a:t>    Student s1;</a:t>
            </a:r>
          </a:p>
          <a:p>
            <a:r>
              <a:rPr lang="en-US" dirty="0"/>
              <a:t>    s1.setName("Ahmad");</a:t>
            </a:r>
          </a:p>
          <a:p>
            <a:r>
              <a:rPr lang="en-US" dirty="0"/>
              <a:t>    s1.addMark(80);</a:t>
            </a:r>
          </a:p>
          <a:p>
            <a:r>
              <a:rPr lang="en-US" dirty="0"/>
              <a:t>    s1.addMark(90);</a:t>
            </a:r>
          </a:p>
          <a:p>
            <a:r>
              <a:rPr lang="en-US" dirty="0"/>
              <a:t>    s1.insertMark(1, 85);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Student s2;</a:t>
            </a:r>
          </a:p>
          <a:p>
            <a:r>
              <a:rPr lang="en-US" dirty="0"/>
              <a:t>    s2.setName("Ali");</a:t>
            </a:r>
          </a:p>
          <a:p>
            <a:r>
              <a:rPr lang="en-US" dirty="0"/>
              <a:t>    s2.addMark(70);</a:t>
            </a:r>
          </a:p>
          <a:p>
            <a:r>
              <a:rPr lang="en-US" dirty="0"/>
              <a:t>    s2.addMark(85);</a:t>
            </a:r>
          </a:p>
          <a:p>
            <a:r>
              <a:rPr lang="en-US" dirty="0"/>
              <a:t>    s2.addMark(75);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students.push_back</a:t>
            </a:r>
            <a:r>
              <a:rPr lang="en-US" dirty="0"/>
              <a:t>(s1);</a:t>
            </a:r>
          </a:p>
          <a:p>
            <a:r>
              <a:rPr lang="en-US" dirty="0"/>
              <a:t>    </a:t>
            </a:r>
            <a:r>
              <a:rPr lang="en-US" dirty="0" err="1"/>
              <a:t>students.push_back</a:t>
            </a:r>
            <a:r>
              <a:rPr lang="en-US" dirty="0"/>
              <a:t>(s2);</a:t>
            </a:r>
          </a:p>
          <a:p>
            <a:r>
              <a:rPr lang="en-US" dirty="0"/>
              <a:t>    for (auto it = </a:t>
            </a:r>
            <a:r>
              <a:rPr lang="en-US" dirty="0" err="1"/>
              <a:t>students.begin</a:t>
            </a:r>
            <a:r>
              <a:rPr lang="en-US" dirty="0"/>
              <a:t>(); it != </a:t>
            </a:r>
            <a:r>
              <a:rPr lang="en-US" dirty="0" err="1"/>
              <a:t>students.end</a:t>
            </a:r>
            <a:r>
              <a:rPr lang="en-US" dirty="0"/>
              <a:t>(); it++) {</a:t>
            </a:r>
          </a:p>
          <a:p>
            <a:r>
              <a:rPr lang="en-US" dirty="0"/>
              <a:t>        it-&gt;</a:t>
            </a:r>
            <a:r>
              <a:rPr lang="en-US" dirty="0" err="1"/>
              <a:t>showName</a:t>
            </a:r>
            <a:r>
              <a:rPr lang="en-US" dirty="0"/>
              <a:t>();</a:t>
            </a:r>
          </a:p>
          <a:p>
            <a:r>
              <a:rPr lang="en-US" dirty="0"/>
              <a:t>        it-&gt;</a:t>
            </a:r>
            <a:r>
              <a:rPr lang="en-US" dirty="0" err="1"/>
              <a:t>showMarks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"Total: " &lt;&lt; it-&gt;</a:t>
            </a:r>
            <a:r>
              <a:rPr lang="en-US" dirty="0" err="1"/>
              <a:t>totalMarks</a:t>
            </a:r>
            <a:r>
              <a:rPr lang="en-US" dirty="0"/>
              <a:t>()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"-------------------"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auto it = </a:t>
            </a:r>
            <a:r>
              <a:rPr lang="en-US" dirty="0" err="1"/>
              <a:t>students.begin</a:t>
            </a:r>
            <a:r>
              <a:rPr lang="en-US" dirty="0"/>
              <a:t>();</a:t>
            </a:r>
          </a:p>
          <a:p>
            <a:r>
              <a:rPr lang="en-US" dirty="0"/>
              <a:t>    it-&gt;</a:t>
            </a:r>
            <a:r>
              <a:rPr lang="en-US" dirty="0" err="1"/>
              <a:t>removeMark</a:t>
            </a:r>
            <a:r>
              <a:rPr lang="en-US" dirty="0"/>
              <a:t>(1);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"After removing a mark from 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it-&gt;</a:t>
            </a:r>
            <a:r>
              <a:rPr lang="en-US" dirty="0" err="1"/>
              <a:t>showName</a:t>
            </a:r>
            <a:r>
              <a:rPr lang="en-US" dirty="0"/>
              <a:t>();</a:t>
            </a:r>
          </a:p>
          <a:p>
            <a:r>
              <a:rPr lang="en-US" dirty="0"/>
              <a:t>    it-&gt;</a:t>
            </a:r>
            <a:r>
              <a:rPr lang="en-US" dirty="0" err="1"/>
              <a:t>showMarks</a:t>
            </a:r>
            <a:r>
              <a:rPr lang="en-US" dirty="0"/>
              <a:t>();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10385-1966-B80E-EE2F-8D21EE7EA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28988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E4117-48B6-EF17-C17D-BFC54004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82645-B76E-5988-3003-6DE990F01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A16C3-195B-36A1-B80F-3C124F818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&lt;vector&gt;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vector&lt;int&gt; v = {1, 2, 3, 4, 5};</a:t>
            </a:r>
          </a:p>
          <a:p>
            <a:endParaRPr lang="en-US" dirty="0"/>
          </a:p>
          <a:p>
            <a:r>
              <a:rPr lang="en-US" dirty="0"/>
              <a:t>    // Using index</a:t>
            </a:r>
          </a:p>
          <a:p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v.size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v[</a:t>
            </a:r>
            <a:r>
              <a:rPr lang="en-US" dirty="0" err="1"/>
              <a:t>i</a:t>
            </a:r>
            <a:r>
              <a:rPr lang="en-US" dirty="0"/>
              <a:t>] &lt;&lt; " ";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Using iterator</a:t>
            </a:r>
          </a:p>
          <a:p>
            <a:r>
              <a:rPr lang="en-US" dirty="0"/>
              <a:t>    for(auto it = </a:t>
            </a:r>
            <a:r>
              <a:rPr lang="en-US" dirty="0" err="1"/>
              <a:t>v.begin</a:t>
            </a:r>
            <a:r>
              <a:rPr lang="en-US" dirty="0"/>
              <a:t>(); it != </a:t>
            </a:r>
            <a:r>
              <a:rPr lang="en-US" dirty="0" err="1"/>
              <a:t>v.end</a:t>
            </a:r>
            <a:r>
              <a:rPr lang="en-US" dirty="0"/>
              <a:t>(); ++it)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*it &lt;&lt; " ";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0E24F-E306-0475-F5AF-EC31B2FFD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48873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sz="9600" dirty="0"/>
              <a:t>STL</a:t>
            </a:r>
            <a:br>
              <a:rPr lang="en-US" sz="9600" dirty="0"/>
            </a:br>
            <a:br>
              <a:rPr lang="en-US" dirty="0"/>
            </a:br>
            <a:r>
              <a:rPr lang="en-US" sz="2800" dirty="0"/>
              <a:t>(Standard template library)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343D-C8C9-3A26-3F8C-EE874D057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3A61124-3A4B-0CB2-EE07-67E95A11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 is STL?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DD9D7C3-6628-FD1C-3AF5-6C089DFD4E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Standard Template Library (STL)</a:t>
            </a:r>
            <a:r>
              <a:rPr lang="en-US" dirty="0"/>
              <a:t> is a collection of </a:t>
            </a:r>
            <a:r>
              <a:rPr lang="en-US" b="1" dirty="0"/>
              <a:t>generic classes and functions</a:t>
            </a:r>
            <a:r>
              <a:rPr lang="en-US" dirty="0"/>
              <a:t> in C++ that provide </a:t>
            </a:r>
            <a:r>
              <a:rPr lang="en-US" b="1" dirty="0"/>
              <a:t>ready-made data structures and algorithms</a:t>
            </a:r>
            <a:r>
              <a:rPr lang="en-US" dirty="0"/>
              <a:t>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79D4B37-1E73-A49E-4A2B-B981BFB814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3"/>
            <a:ext cx="4576953" cy="238048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Part of C++ Standard Library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Uses </a:t>
            </a:r>
            <a:r>
              <a:rPr lang="en-US" b="1" dirty="0"/>
              <a:t>templates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Saves time and reduces errors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Supports </a:t>
            </a:r>
            <a:r>
              <a:rPr lang="en-US" b="1" dirty="0"/>
              <a:t>Object Oriented Programming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 STL allows programmers to work with </a:t>
            </a:r>
            <a:r>
              <a:rPr lang="en-US" b="1" dirty="0"/>
              <a:t>containers</a:t>
            </a:r>
            <a:r>
              <a:rPr lang="en-US" dirty="0"/>
              <a:t> and </a:t>
            </a:r>
            <a:r>
              <a:rPr lang="en-US" b="1" dirty="0"/>
              <a:t>iterators</a:t>
            </a:r>
            <a:r>
              <a:rPr lang="en-US" dirty="0"/>
              <a:t> efficiently.</a:t>
            </a:r>
          </a:p>
        </p:txBody>
      </p:sp>
    </p:spTree>
    <p:extLst>
      <p:ext uri="{BB962C8B-B14F-4D97-AF65-F5344CB8AC3E}">
        <p14:creationId xmlns:p14="http://schemas.microsoft.com/office/powerpoint/2010/main" val="171747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231" y="914400"/>
            <a:ext cx="5641848" cy="5029200"/>
          </a:xfrm>
        </p:spPr>
        <p:txBody>
          <a:bodyPr/>
          <a:lstStyle/>
          <a:p>
            <a:r>
              <a:rPr lang="en-US" sz="5000" dirty="0">
                <a:solidFill>
                  <a:schemeClr val="accent6">
                    <a:lumMod val="10000"/>
                  </a:schemeClr>
                </a:solidFill>
              </a:rPr>
              <a:t>STL components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698F8-62A0-512B-4848-EDC104CC4134}"/>
              </a:ext>
            </a:extLst>
          </p:cNvPr>
          <p:cNvSpPr txBox="1"/>
          <p:nvPr/>
        </p:nvSpPr>
        <p:spPr>
          <a:xfrm>
            <a:off x="7118444" y="1909500"/>
            <a:ext cx="6104964" cy="275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endParaRPr lang="en-US" sz="4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Iterators</a:t>
            </a:r>
            <a:endParaRPr lang="en-US" sz="4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US" sz="4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5040-E65F-274B-F74A-CABD6E8E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0115EB8-6F0D-C172-8254-DEA725A0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Containers in STL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6E6B83C-CC2C-A84D-2B75-6D4611CEDB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164617"/>
            <a:ext cx="4919854" cy="387705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In </a:t>
            </a:r>
            <a:r>
              <a:rPr lang="en-US" sz="2800" b="1" dirty="0"/>
              <a:t>STL,</a:t>
            </a:r>
            <a:r>
              <a:rPr lang="en-US" sz="2800" dirty="0"/>
              <a:t> Containers are template classes used to store and organize collections of data.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/>
              <a:t>Store multiple elements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/>
              <a:t>Automatically manage memory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400" dirty="0"/>
              <a:t>Each container stores data in a specific way</a:t>
            </a:r>
          </a:p>
          <a:p>
            <a:endParaRPr lang="en-US" sz="280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A323882-58F5-B3F4-CC0B-F49D70EE6D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092853" y="2370807"/>
            <a:ext cx="4576953" cy="3572793"/>
          </a:xfrm>
        </p:spPr>
        <p:txBody>
          <a:bodyPr>
            <a:normAutofit/>
          </a:bodyPr>
          <a:lstStyle/>
          <a:p>
            <a:r>
              <a:rPr lang="en-US" sz="2800" b="1" dirty="0"/>
              <a:t>Examples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Arrays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Vectors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Lists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Stack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Queue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38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95A0-5297-BDE9-393C-A2001B3A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E092A0D-621A-6AEB-DD09-AD158B33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Iterators in STL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2CA5750-4C50-8F9C-5510-43E4F7AB7C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164617"/>
            <a:ext cx="4919854" cy="387705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Iterators are objects used to access and traverse elements of a container.</a:t>
            </a:r>
          </a:p>
          <a:p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Work </a:t>
            </a:r>
            <a:r>
              <a:rPr lang="en-US" sz="2400" b="1" dirty="0"/>
              <a:t>like pointers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Used to traverse container elements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Provide a common way to access data in different containers</a:t>
            </a:r>
          </a:p>
          <a:p>
            <a:endParaRPr lang="en-US" sz="280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5EB0549-3D19-0A01-BCE5-38230AAB1A3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092853" y="2370807"/>
            <a:ext cx="4576953" cy="3572793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Common Iterator Functions</a:t>
            </a:r>
          </a:p>
          <a:p>
            <a:endParaRPr lang="en-US" sz="28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begin()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end()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--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++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* (for pointers)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28DB-377F-D1FD-6F69-9BC8CC69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6783D9E-2803-8C0C-E6F6-59468CA83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Algorithms in STL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BEFFA41-6CFA-4C20-9904-54EC73A6B5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164617"/>
            <a:ext cx="4919854" cy="3877055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STL Algorithms are predefined functions in C++ that operate on containers.</a:t>
            </a:r>
          </a:p>
          <a:p>
            <a:endParaRPr lang="en-US" sz="28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Perform various operations on data  (e.g., searching, sorting, merging)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Make code efficient and easier to write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STL algorithms are part of   &lt;algorithm&gt; header.</a:t>
            </a:r>
            <a:endParaRPr lang="en-US" sz="280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D30DBEB-9998-3EF9-08AE-AED3E2D19D9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092853" y="2370807"/>
            <a:ext cx="4576953" cy="3572793"/>
          </a:xfrm>
        </p:spPr>
        <p:txBody>
          <a:bodyPr>
            <a:normAutofit/>
          </a:bodyPr>
          <a:lstStyle/>
          <a:p>
            <a:r>
              <a:rPr lang="en-US" sz="2800" b="1" dirty="0"/>
              <a:t>Common Algos</a:t>
            </a:r>
          </a:p>
          <a:p>
            <a:endParaRPr lang="en-US" sz="28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sort()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count()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reverse()</a:t>
            </a:r>
          </a:p>
        </p:txBody>
      </p:sp>
    </p:spTree>
    <p:extLst>
      <p:ext uri="{BB962C8B-B14F-4D97-AF65-F5344CB8AC3E}">
        <p14:creationId xmlns:p14="http://schemas.microsoft.com/office/powerpoint/2010/main" val="135713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52C1-DA34-C24F-521B-D2B230F7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B2BB8E-BA91-0C4B-0346-15DD141AE815}"/>
              </a:ext>
            </a:extLst>
          </p:cNvPr>
          <p:cNvSpPr txBox="1"/>
          <p:nvPr/>
        </p:nvSpPr>
        <p:spPr>
          <a:xfrm>
            <a:off x="847547" y="519926"/>
            <a:ext cx="609456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&lt;vector&gt;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&lt;algorithm&gt;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vector&lt;int&gt; v = { 4, 2, 5, 3, 1 };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vector&lt;int&gt;::iterator it;  // declare iterator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Original vector( dynamic array 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"Original vector: ";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(it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 !=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it++)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*it &lt;&lt; " ";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sort()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sort(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"After sort(): ";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(it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 !=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it++)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*it &lt;&lt; " ";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48CF0-C492-ABFA-A504-E78FC71A0808}"/>
              </a:ext>
            </a:extLst>
          </p:cNvPr>
          <p:cNvSpPr txBox="1"/>
          <p:nvPr/>
        </p:nvSpPr>
        <p:spPr>
          <a:xfrm>
            <a:off x="6097438" y="1339370"/>
            <a:ext cx="609456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count()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c = count(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2);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"Count of 2: " &lt;&lt; c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reverse()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reverse(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"After reverse(): ";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(it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 !=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it++)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*it &lt;&lt; " ";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343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6DD1-E3E5-F3C3-0778-62C3E2814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61EEB4B-6EFB-73BE-730B-0B4336D8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439271"/>
            <a:ext cx="10360152" cy="914400"/>
          </a:xfrm>
        </p:spPr>
        <p:txBody>
          <a:bodyPr/>
          <a:lstStyle/>
          <a:p>
            <a:r>
              <a:rPr lang="en-US" sz="3200" dirty="0"/>
              <a:t>Vectors: Dynamic arrays 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3B9001C-1F4E-4D0B-FB38-45DA37C35EB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023" y="1868781"/>
            <a:ext cx="10632142" cy="411964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Vector is a sequence container that stores elements in contiguous memory and can dynamically resize itself.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0FD4D61-D74F-CE38-9AD3-7A0EBBB25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138761"/>
              </p:ext>
            </p:extLst>
          </p:nvPr>
        </p:nvGraphicFramePr>
        <p:xfrm>
          <a:off x="797860" y="3128682"/>
          <a:ext cx="10336305" cy="26827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45435">
                  <a:extLst>
                    <a:ext uri="{9D8B030D-6E8A-4147-A177-3AD203B41FA5}">
                      <a16:colId xmlns:a16="http://schemas.microsoft.com/office/drawing/2014/main" val="1294092388"/>
                    </a:ext>
                  </a:extLst>
                </a:gridCol>
                <a:gridCol w="3445435">
                  <a:extLst>
                    <a:ext uri="{9D8B030D-6E8A-4147-A177-3AD203B41FA5}">
                      <a16:colId xmlns:a16="http://schemas.microsoft.com/office/drawing/2014/main" val="3457758109"/>
                    </a:ext>
                  </a:extLst>
                </a:gridCol>
                <a:gridCol w="3445435">
                  <a:extLst>
                    <a:ext uri="{9D8B030D-6E8A-4147-A177-3AD203B41FA5}">
                      <a16:colId xmlns:a16="http://schemas.microsoft.com/office/drawing/2014/main" val="4070344917"/>
                    </a:ext>
                  </a:extLst>
                </a:gridCol>
              </a:tblGrid>
              <a:tr h="579595">
                <a:tc>
                  <a:txBody>
                    <a:bodyPr/>
                    <a:lstStyle/>
                    <a:p>
                      <a:r>
                        <a:rPr lang="en-US" dirty="0"/>
                        <a:t>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20072"/>
                  </a:ext>
                </a:extLst>
              </a:tr>
              <a:tr h="697296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Fixed size (cannot grow or shrink)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Dynamic size (resizes automatically)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624173"/>
                  </a:ext>
                </a:extLst>
              </a:tr>
              <a:tr h="697296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elements usually on stack (unless dynamically allocated)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elements stored on heap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904574"/>
                  </a:ext>
                </a:extLst>
              </a:tr>
              <a:tr h="697296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Insertion/Deletion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slow for adding/removing elements in the 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fast at the end (</a:t>
                      </a:r>
                      <a:r>
                        <a:rPr lang="en-US" sz="2000" dirty="0" err="1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push_back</a:t>
                      </a:r>
                      <a:r>
                        <a:rPr lang="en-US" sz="2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()), slower elsewhere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95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28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5182-CC85-8B47-9141-D143A5EBE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317ECAF-7358-38D6-C3D7-A28E2A9F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C7821FF-967D-DFF1-AA61-B74D36BA15A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67183" y="2532172"/>
            <a:ext cx="4576953" cy="357279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/>
              <a:t>push_back</a:t>
            </a:r>
            <a:r>
              <a:rPr lang="en-US" dirty="0"/>
              <a:t>(value) → add element at end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/>
              <a:t>pop_back</a:t>
            </a:r>
            <a:r>
              <a:rPr lang="en-US" dirty="0"/>
              <a:t>() → remove last element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size() → current number of elements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capacity() → allocated storage size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empty() → check if vector is empty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13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5674-0ED4-2107-63CC-DD7622150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11C4428-A8BB-A046-BB8D-10F15F8E081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74478" y="605215"/>
            <a:ext cx="4332028" cy="59508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MyVector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int*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 // pointer to array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   // current size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cap;        // current capacity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Resize the internal array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resize(int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newCap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int*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int[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newCap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cap 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newCap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72C2B-686F-5B73-F4E7-5DAA36FBC08C}"/>
              </a:ext>
            </a:extLst>
          </p:cNvPr>
          <p:cNvSpPr txBox="1"/>
          <p:nvPr/>
        </p:nvSpPr>
        <p:spPr>
          <a:xfrm>
            <a:off x="6096000" y="605215"/>
            <a:ext cx="616357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Constructor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MyVector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new int[1];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cap = 1;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Destructor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~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MyVector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// Add element at the end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push_back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 value) 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== cap)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resize(cap * 2); // double capacity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++] = value;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Remove last element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pop_back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--; }</a:t>
            </a:r>
          </a:p>
        </p:txBody>
      </p:sp>
    </p:spTree>
    <p:extLst>
      <p:ext uri="{BB962C8B-B14F-4D97-AF65-F5344CB8AC3E}">
        <p14:creationId xmlns:p14="http://schemas.microsoft.com/office/powerpoint/2010/main" val="86752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89EC7-4CAA-22E9-1B99-B5D55ABD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45FBA6A-EABB-5038-775C-8452B69CDAC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83103" y="453568"/>
            <a:ext cx="5661850" cy="6318167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Get current size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size() {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Get current capacity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 capacity() {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cap;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Access element by index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int&amp; operator[](int index) {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(index &lt; 0 || index &gt;=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"Index out of bounds!" &lt;&lt;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exit(1);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[index];</a:t>
            </a:r>
          </a:p>
          <a:p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C09D0-6340-225B-2473-4E0637C1C14C}"/>
              </a:ext>
            </a:extLst>
          </p:cNvPr>
          <p:cNvSpPr txBox="1"/>
          <p:nvPr/>
        </p:nvSpPr>
        <p:spPr>
          <a:xfrm>
            <a:off x="8498541" y="3059668"/>
            <a:ext cx="2788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highlight>
                <a:srgbClr val="FF00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958FC-F6E1-3667-4AAC-1E252D53DF02}"/>
              </a:ext>
            </a:extLst>
          </p:cNvPr>
          <p:cNvSpPr txBox="1"/>
          <p:nvPr/>
        </p:nvSpPr>
        <p:spPr>
          <a:xfrm>
            <a:off x="5814335" y="551289"/>
            <a:ext cx="609456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Clear all elements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clear()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first element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int&amp; front()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0)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"Vector is empty!"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exit(1);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Get last element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int&amp; back()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0)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"Vector is empty!"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exit(1);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- 1];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8356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158D-89BE-779D-2176-BF5811E3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98E1CE4-FD31-793E-408E-C6C287164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439271"/>
            <a:ext cx="10360152" cy="914400"/>
          </a:xfrm>
        </p:spPr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2636C96-19EA-E456-8315-DFAF44DF32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023" y="1868781"/>
            <a:ext cx="10632142" cy="411964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List is a sequence container that stores elements in non-contiguous memory and allows fast insertion and deletion at any position.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Non-contiguous memory</a:t>
            </a:r>
            <a:r>
              <a:rPr lang="en-US" dirty="0"/>
              <a:t>: Elements are stored as nodes linked together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Fast insertion/deletion</a:t>
            </a:r>
            <a:r>
              <a:rPr lang="en-US" dirty="0"/>
              <a:t>: Can add or remove elements anywhere efficiently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Traversal using iterators</a:t>
            </a:r>
            <a:r>
              <a:rPr lang="en-US" dirty="0"/>
              <a:t>: Random access like arrays is not allowed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Dynamic size</a:t>
            </a:r>
            <a:r>
              <a:rPr lang="en-US" dirty="0"/>
              <a:t>: Grows or shrinks automatically as elements are added/removed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68577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DFEAD-E138-126E-1D8D-F564486F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2986DD0-8469-82F5-BA0D-9E4CAC01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03CA31B-1259-FE87-926E-B2BF36A62A4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18408"/>
            <a:ext cx="6910017" cy="394931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push_back</a:t>
            </a:r>
            <a:r>
              <a:rPr lang="en-US" dirty="0"/>
              <a:t>(value) → Adds element at the end of the list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push_front</a:t>
            </a:r>
            <a:r>
              <a:rPr lang="en-US" dirty="0"/>
              <a:t>(value) → Adds element at the beginning of the list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pop_back</a:t>
            </a:r>
            <a:r>
              <a:rPr lang="en-US" dirty="0"/>
              <a:t>() → Removes the last element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pop_front</a:t>
            </a:r>
            <a:r>
              <a:rPr lang="en-US" dirty="0"/>
              <a:t>() → Removes the first element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size() → Returns the number of elements in the list</a:t>
            </a:r>
          </a:p>
        </p:txBody>
      </p:sp>
    </p:spTree>
    <p:extLst>
      <p:ext uri="{BB962C8B-B14F-4D97-AF65-F5344CB8AC3E}">
        <p14:creationId xmlns:p14="http://schemas.microsoft.com/office/powerpoint/2010/main" val="270989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052E7-AA0D-6641-6F5B-F382BC27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06ADFA-C350-60BC-CE35-3BD25F4019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1420" y="169627"/>
            <a:ext cx="6938682" cy="6688373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Person {</a:t>
            </a:r>
          </a:p>
          <a:p>
            <a:pPr>
              <a:spcBef>
                <a:spcPts val="9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protected:</a:t>
            </a:r>
          </a:p>
          <a:p>
            <a:pPr>
              <a:spcBef>
                <a:spcPts val="9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pPr>
              <a:spcBef>
                <a:spcPts val="9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>
              <a:spcBef>
                <a:spcPts val="9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n) { name = n;  }</a:t>
            </a:r>
          </a:p>
          <a:p>
            <a:pPr>
              <a:spcBef>
                <a:spcPts val="9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</a:p>
          <a:p>
            <a:pPr>
              <a:spcBef>
                <a:spcPts val="9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}</a:t>
            </a:r>
          </a:p>
          <a:p>
            <a:pPr>
              <a:spcBef>
                <a:spcPts val="9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 : public Person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 list&lt;int&gt; marks;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addMark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m) {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marks.push_back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(m); 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insertMark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index, int m)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(index &lt; 0 || index 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marks.size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"Index out of range!"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 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auto it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advance(it, index);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marks.insert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(it, m);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D6BE4-86C5-A8FA-B419-A71F1B904FB7}"/>
              </a:ext>
            </a:extLst>
          </p:cNvPr>
          <p:cNvSpPr txBox="1"/>
          <p:nvPr/>
        </p:nvSpPr>
        <p:spPr>
          <a:xfrm>
            <a:off x="5087134" y="440509"/>
            <a:ext cx="637555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removeMark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index)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(index &lt; 0 || index &gt;=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marks.size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"Index out of range!"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auto it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advance(it, index);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marks.erase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removeLastMark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(!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marks.empty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marks.pop_back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}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showMarks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"Marks: ";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m : marks)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m &lt;&lt; " ";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totalMarks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int sum =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m : marks) sum += m;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sum;  } };</a:t>
            </a:r>
          </a:p>
        </p:txBody>
      </p:sp>
    </p:spTree>
    <p:extLst>
      <p:ext uri="{BB962C8B-B14F-4D97-AF65-F5344CB8AC3E}">
        <p14:creationId xmlns:p14="http://schemas.microsoft.com/office/powerpoint/2010/main" val="95572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642E-D0A2-A786-5D56-9291C0A5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0D62C4E-7F77-419B-E146-EFF907C552C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0230" y="325130"/>
            <a:ext cx="4271058" cy="5950861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list&lt;Student&gt; students;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s1;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s1.setName("Ahmad");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s1.addMark(80);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s1.addMark(90);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s1.insertMark(1, 85);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s2;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s2.setName("Ali");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s2.addMark(70);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s2.addMark(85);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s2.addMark(75);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students.push_back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students.push_back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(s2);</a:t>
            </a:r>
          </a:p>
          <a:p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6C7EC-9928-A270-5065-D3BB9DAB8F9F}"/>
              </a:ext>
            </a:extLst>
          </p:cNvPr>
          <p:cNvSpPr txBox="1"/>
          <p:nvPr/>
        </p:nvSpPr>
        <p:spPr>
          <a:xfrm>
            <a:off x="4778707" y="1122684"/>
            <a:ext cx="620403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(auto it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 !=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students.end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it++)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it-&gt;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it-&gt;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showMarks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"Total: " &lt;&lt; it-&gt;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totalMarks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"-------------------"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 it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students.begin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it-&gt;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removeMark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"After removing a mark from " &lt;&lt;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it-&gt;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it-&gt;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showMarks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75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6495" y="1004047"/>
            <a:ext cx="5641848" cy="50292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{D206DE6E-1101-4739-A3AD-F12BB10B6091}TF1ed9553b-00c4-4092-846a-c8f7f2908f3beecd942f_win32-8e33096c3cfc</Template>
  <TotalTime>301</TotalTime>
  <Words>3254</Words>
  <Application>Microsoft Office PowerPoint</Application>
  <PresentationFormat>Widescreen</PresentationFormat>
  <Paragraphs>600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Courier New</vt:lpstr>
      <vt:lpstr>Gill Sans Nova Light</vt:lpstr>
      <vt:lpstr>Sagona Book</vt:lpstr>
      <vt:lpstr>Times New Roman</vt:lpstr>
      <vt:lpstr>Wingdings</vt:lpstr>
      <vt:lpstr>Custom</vt:lpstr>
      <vt:lpstr>STL  (Standard template library)</vt:lpstr>
      <vt:lpstr>What is STL?</vt:lpstr>
      <vt:lpstr>STL components</vt:lpstr>
      <vt:lpstr>Containers in STL</vt:lpstr>
      <vt:lpstr>Iterators in STL</vt:lpstr>
      <vt:lpstr>Algorithms in STL</vt:lpstr>
      <vt:lpstr>PowerPoint Presentation</vt:lpstr>
      <vt:lpstr>Vectors: Dynamic arrays </vt:lpstr>
      <vt:lpstr>Common Functions</vt:lpstr>
      <vt:lpstr>PowerPoint Presentation</vt:lpstr>
      <vt:lpstr>PowerPoint Presentation</vt:lpstr>
      <vt:lpstr>List</vt:lpstr>
      <vt:lpstr>Common Functions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Haseeb</dc:creator>
  <cp:lastModifiedBy>Haseeb</cp:lastModifiedBy>
  <cp:revision>11</cp:revision>
  <dcterms:created xsi:type="dcterms:W3CDTF">2026-01-05T20:47:16Z</dcterms:created>
  <dcterms:modified xsi:type="dcterms:W3CDTF">2026-01-08T20:42:18Z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